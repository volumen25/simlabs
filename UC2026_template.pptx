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93455" r:id="rId5"/>
  </p:sldMasterIdLst>
  <p:notesMasterIdLst>
    <p:notesMasterId r:id="rId9"/>
  </p:notesMasterIdLst>
  <p:handoutMasterIdLst>
    <p:handoutMasterId r:id="rId10"/>
  </p:handoutMasterIdLst>
  <p:sldIdLst>
    <p:sldId id="256" r:id="rId6"/>
    <p:sldId id="257" r:id="rId7"/>
    <p:sldId id="258" r:id="rId8"/>
  </p:sldIdLst>
  <p:sldSz cx="10160000" cy="5715000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32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clrMru>
    <a:srgbClr val="FFF200"/>
    <a:srgbClr val="003C71"/>
    <a:srgbClr val="002C54"/>
    <a:srgbClr val="008EC8"/>
    <a:srgbClr val="AFC828"/>
    <a:srgbClr val="009686"/>
    <a:srgbClr val="790A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436" autoAdjust="0"/>
    <p:restoredTop sz="94762" autoAdjust="0"/>
  </p:normalViewPr>
  <p:slideViewPr>
    <p:cSldViewPr snapToGrid="0" snapToObjects="1">
      <p:cViewPr varScale="1">
        <p:scale>
          <a:sx n="81" d="100"/>
          <a:sy n="81" d="100"/>
        </p:scale>
        <p:origin x="72" y="104"/>
      </p:cViewPr>
      <p:guideLst>
        <p:guide orient="horz" pos="1800"/>
        <p:guide pos="320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49" d="100"/>
        <a:sy n="149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1.xml"/><Relationship Id="rId10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648CF9-0A8B-BB4F-86F9-11C799FE639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C4999-0063-384D-968F-81C94B494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9876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7329B9-FE31-8D4D-81FA-D536AEC6366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1B5FD0-66F8-F24B-B5A5-1ECCF6D962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1968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376930" y="1331685"/>
            <a:ext cx="9169800" cy="1547245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6400" b="1" i="0" u="none" baseline="0">
                <a:solidFill>
                  <a:schemeClr val="tx1"/>
                </a:solidFill>
                <a:uFill>
                  <a:solidFill>
                    <a:srgbClr val="002C54"/>
                  </a:solidFill>
                </a:u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3908" y="3036224"/>
            <a:ext cx="9162821" cy="1079500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0" algn="l">
              <a:buNone/>
              <a:defRPr sz="1800" baseline="0">
                <a:solidFill>
                  <a:schemeClr val="tx1"/>
                </a:solidFill>
              </a:defRPr>
            </a:lvl1pPr>
          </a:lstStyle>
          <a:p>
            <a:r>
              <a:rPr lang="en-US" sz="2000" spc="0" baseline="0" dirty="0"/>
              <a:t>Presented by:  BCIT faculty or staff name</a:t>
            </a:r>
            <a:br>
              <a:rPr lang="en-US" sz="2000" spc="0" baseline="0" dirty="0"/>
            </a:br>
            <a:r>
              <a:rPr lang="en-US" sz="2000" spc="0" baseline="0" dirty="0"/>
              <a:t>Month Day, Year</a:t>
            </a:r>
          </a:p>
        </p:txBody>
      </p:sp>
      <p:sp>
        <p:nvSpPr>
          <p:cNvPr id="8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C5AE0-D4BE-F947-B377-FB73278FD741}" type="slidenum">
              <a:rPr lang="en-US" sz="1000" baseline="0" smtClean="0">
                <a:solidFill>
                  <a:schemeClr val="tx1"/>
                </a:solidFill>
              </a:rPr>
              <a:pPr/>
              <a:t>‹#›</a:t>
            </a:fld>
            <a:endParaRPr lang="en-US" sz="100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8351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-10445"/>
            <a:ext cx="101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376928" y="1476400"/>
            <a:ext cx="8411448" cy="3315426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457182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CA" dirty="0"/>
              <a:t>Agenda item goes here</a:t>
            </a:r>
            <a:br>
              <a:rPr lang="en-CA" dirty="0"/>
            </a:br>
            <a:r>
              <a:rPr lang="en-CA" dirty="0"/>
              <a:t>Agenda item goes here</a:t>
            </a:r>
            <a:br>
              <a:rPr lang="en-CA" dirty="0"/>
            </a:br>
            <a:r>
              <a:rPr lang="en-CA" dirty="0"/>
              <a:t>Agenda item goes here</a:t>
            </a:r>
            <a:br>
              <a:rPr lang="en-CA" dirty="0"/>
            </a:br>
            <a:r>
              <a:rPr lang="en-CA" dirty="0"/>
              <a:t>Agenda item goes here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383910" y="628212"/>
            <a:ext cx="8404465" cy="650873"/>
          </a:xfrm>
          <a:prstGeom prst="rect">
            <a:avLst/>
          </a:prstGeom>
        </p:spPr>
        <p:txBody>
          <a:bodyPr>
            <a:noAutofit/>
          </a:bodyPr>
          <a:lstStyle>
            <a:lvl1pPr algn="l" fontAlgn="t">
              <a:defRPr b="1" i="0" u="none" baseline="0">
                <a:solidFill>
                  <a:schemeClr val="tx1"/>
                </a:solidFill>
                <a:uFill>
                  <a:solidFill>
                    <a:srgbClr val="002C54"/>
                  </a:solidFill>
                </a:u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1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C5AE0-D4BE-F947-B377-FB73278FD741}" type="slidenum">
              <a:rPr lang="en-US" sz="1000" baseline="0" smtClean="0">
                <a:solidFill>
                  <a:schemeClr val="tx1"/>
                </a:solidFill>
              </a:rPr>
              <a:pPr/>
              <a:t>‹#›</a:t>
            </a:fld>
            <a:endParaRPr lang="en-US" sz="100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8753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90889" y="1476117"/>
            <a:ext cx="8438891" cy="340241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</a:lstStyle>
          <a:p>
            <a:pPr lvl="0"/>
            <a:r>
              <a:rPr lang="en-US" dirty="0"/>
              <a:t>Bulleted text looks best left aligned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369952" y="628213"/>
            <a:ext cx="8459828" cy="650873"/>
          </a:xfrm>
          <a:prstGeom prst="rect">
            <a:avLst/>
          </a:prstGeom>
        </p:spPr>
        <p:txBody>
          <a:bodyPr>
            <a:noAutofit/>
          </a:bodyPr>
          <a:lstStyle>
            <a:lvl1pPr algn="l" fontAlgn="t">
              <a:defRPr b="1" i="0" u="none" baseline="0">
                <a:solidFill>
                  <a:schemeClr val="tx1"/>
                </a:solidFill>
                <a:uFill>
                  <a:solidFill>
                    <a:srgbClr val="002C54"/>
                  </a:solidFill>
                </a:u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-10445"/>
            <a:ext cx="101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10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C5AE0-D4BE-F947-B377-FB73278FD741}" type="slidenum">
              <a:rPr lang="en-US" sz="1000" baseline="0" smtClean="0">
                <a:solidFill>
                  <a:schemeClr val="tx1"/>
                </a:solidFill>
              </a:rPr>
              <a:pPr/>
              <a:t>‹#›</a:t>
            </a:fld>
            <a:endParaRPr lang="en-US" sz="100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0382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87444" y="1483094"/>
            <a:ext cx="4804182" cy="3345713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aseline="0">
                <a:solidFill>
                  <a:schemeClr val="tx1"/>
                </a:solidFill>
              </a:defRPr>
            </a:lvl1pPr>
            <a:lvl2pPr>
              <a:defRPr sz="24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Left aligned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383912" y="628213"/>
            <a:ext cx="4807714" cy="650873"/>
          </a:xfrm>
          <a:prstGeom prst="rect">
            <a:avLst/>
          </a:prstGeom>
        </p:spPr>
        <p:txBody>
          <a:bodyPr>
            <a:noAutofit/>
          </a:bodyPr>
          <a:lstStyle>
            <a:lvl1pPr algn="l" fontAlgn="t">
              <a:defRPr b="1" i="0" u="none" baseline="0">
                <a:solidFill>
                  <a:schemeClr val="tx1"/>
                </a:solidFill>
                <a:uFill>
                  <a:solidFill>
                    <a:srgbClr val="002C54"/>
                  </a:solidFill>
                </a:u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-10445"/>
            <a:ext cx="101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10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C5AE0-D4BE-F947-B377-FB73278FD741}" type="slidenum">
              <a:rPr lang="en-US" sz="1000" baseline="0" smtClean="0">
                <a:solidFill>
                  <a:schemeClr val="tx1"/>
                </a:solidFill>
              </a:rPr>
              <a:pPr/>
              <a:t>‹#›</a:t>
            </a:fld>
            <a:endParaRPr lang="en-US" sz="1000" baseline="0" dirty="0">
              <a:solidFill>
                <a:schemeClr val="tx1"/>
              </a:solidFill>
            </a:endParaRP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1" hasCustomPrompt="1"/>
          </p:nvPr>
        </p:nvSpPr>
        <p:spPr>
          <a:xfrm>
            <a:off x="5600700" y="628282"/>
            <a:ext cx="3869871" cy="4200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Graphic</a:t>
            </a:r>
          </a:p>
        </p:txBody>
      </p:sp>
    </p:spTree>
    <p:extLst>
      <p:ext uri="{BB962C8B-B14F-4D97-AF65-F5344CB8AC3E}">
        <p14:creationId xmlns:p14="http://schemas.microsoft.com/office/powerpoint/2010/main" val="1260594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atego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-10445"/>
            <a:ext cx="101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4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C5AE0-D4BE-F947-B377-FB73278FD741}" type="slidenum">
              <a:rPr lang="en-US" sz="1000" baseline="0" smtClean="0">
                <a:solidFill>
                  <a:schemeClr val="tx1"/>
                </a:solidFill>
              </a:rPr>
              <a:pPr/>
              <a:t>‹#›</a:t>
            </a:fld>
            <a:endParaRPr lang="en-US" sz="1000" baseline="0" dirty="0">
              <a:solidFill>
                <a:schemeClr val="tx1"/>
              </a:solidFill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87444" y="1124954"/>
            <a:ext cx="2879130" cy="37038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>
            <a:noAutofit/>
          </a:bodyPr>
          <a:lstStyle>
            <a:lvl1pPr marL="285750" indent="-285750">
              <a:buFont typeface="Wingdings" charset="2"/>
              <a:buChar char="§"/>
              <a:defRPr sz="2000" baseline="0">
                <a:solidFill>
                  <a:schemeClr val="tx1"/>
                </a:solidFill>
              </a:defRPr>
            </a:lvl1pPr>
            <a:lvl2pPr marL="742932" indent="-285750">
              <a:buFont typeface="Wingdings" charset="2"/>
              <a:buChar char="§"/>
              <a:defRPr sz="1800">
                <a:solidFill>
                  <a:schemeClr val="tx1"/>
                </a:solidFill>
              </a:defRPr>
            </a:lvl2pPr>
            <a:lvl3pPr marL="1200114" indent="-285750">
              <a:buFont typeface="Wingdings" charset="2"/>
              <a:buChar char="§"/>
              <a:defRPr sz="1600">
                <a:solidFill>
                  <a:schemeClr val="tx1"/>
                </a:solidFill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Left aligned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half" idx="10" hasCustomPrompt="1"/>
          </p:nvPr>
        </p:nvSpPr>
        <p:spPr>
          <a:xfrm>
            <a:off x="3617983" y="1124954"/>
            <a:ext cx="2879130" cy="37038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>
            <a:noAutofit/>
          </a:bodyPr>
          <a:lstStyle>
            <a:lvl1pPr marL="0" indent="0">
              <a:buFont typeface="Wingdings" charset="2"/>
              <a:buNone/>
              <a:defRPr sz="2000" baseline="0">
                <a:solidFill>
                  <a:schemeClr val="tx1"/>
                </a:solidFill>
              </a:defRPr>
            </a:lvl1pPr>
            <a:lvl2pPr marL="742932" indent="-285750">
              <a:buFont typeface="Wingdings" charset="2"/>
              <a:buChar char="§"/>
              <a:defRPr sz="1800">
                <a:solidFill>
                  <a:schemeClr val="tx1"/>
                </a:solidFill>
              </a:defRPr>
            </a:lvl2pPr>
            <a:lvl3pPr marL="1200114" indent="-285750">
              <a:buFont typeface="Wingdings" charset="2"/>
              <a:buChar char="§"/>
              <a:defRPr sz="1600">
                <a:solidFill>
                  <a:schemeClr val="tx1"/>
                </a:solidFill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half" idx="11" hasCustomPrompt="1"/>
          </p:nvPr>
        </p:nvSpPr>
        <p:spPr>
          <a:xfrm>
            <a:off x="6852054" y="1124954"/>
            <a:ext cx="2879130" cy="37038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>
            <a:noAutofit/>
          </a:bodyPr>
          <a:lstStyle>
            <a:lvl1pPr marL="0" indent="0">
              <a:buFont typeface="Wingdings" charset="2"/>
              <a:buNone/>
              <a:defRPr sz="2000" baseline="0">
                <a:solidFill>
                  <a:schemeClr val="tx1"/>
                </a:solidFill>
              </a:defRPr>
            </a:lvl1pPr>
            <a:lvl2pPr marL="742932" indent="-285750">
              <a:buFont typeface="Wingdings" charset="2"/>
              <a:buChar char="§"/>
              <a:defRPr sz="1800">
                <a:solidFill>
                  <a:schemeClr val="tx1"/>
                </a:solidFill>
              </a:defRPr>
            </a:lvl2pPr>
            <a:lvl3pPr marL="1200114" indent="-285750">
              <a:buFont typeface="Wingdings" charset="2"/>
              <a:buChar char="§"/>
              <a:defRPr sz="1600">
                <a:solidFill>
                  <a:schemeClr val="tx1"/>
                </a:solidFill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387350" y="628650"/>
            <a:ext cx="2879725" cy="496888"/>
          </a:xfrm>
          <a:prstGeom prst="rect">
            <a:avLst/>
          </a:prstGeom>
          <a:solidFill>
            <a:schemeClr val="tx1"/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182" indent="0">
              <a:buNone/>
              <a:defRPr/>
            </a:lvl2pPr>
            <a:lvl3pPr marL="914364" indent="0">
              <a:buNone/>
              <a:defRPr/>
            </a:lvl3pPr>
            <a:lvl4pPr marL="1371546" indent="0">
              <a:buNone/>
              <a:defRPr/>
            </a:lvl4pPr>
            <a:lvl5pPr marL="1828727" indent="0">
              <a:buNone/>
              <a:defRPr/>
            </a:lvl5pPr>
          </a:lstStyle>
          <a:p>
            <a:pPr lvl="0"/>
            <a:r>
              <a:rPr lang="en-US" dirty="0"/>
              <a:t>Title 1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3616568" y="628214"/>
            <a:ext cx="2879725" cy="496888"/>
          </a:xfrm>
          <a:prstGeom prst="rect">
            <a:avLst/>
          </a:prstGeom>
          <a:solidFill>
            <a:schemeClr val="tx1"/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182" indent="0">
              <a:buNone/>
              <a:defRPr/>
            </a:lvl2pPr>
            <a:lvl3pPr marL="914364" indent="0">
              <a:buNone/>
              <a:defRPr/>
            </a:lvl3pPr>
            <a:lvl4pPr marL="1371546" indent="0">
              <a:buNone/>
              <a:defRPr/>
            </a:lvl4pPr>
            <a:lvl5pPr marL="1828727" indent="0">
              <a:buNone/>
              <a:defRPr/>
            </a:lvl5pPr>
          </a:lstStyle>
          <a:p>
            <a:pPr lvl="0"/>
            <a:r>
              <a:rPr lang="en-US" dirty="0"/>
              <a:t>Title 2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845786" y="628066"/>
            <a:ext cx="2879725" cy="496888"/>
          </a:xfrm>
          <a:prstGeom prst="rect">
            <a:avLst/>
          </a:prstGeom>
          <a:solidFill>
            <a:schemeClr val="tx1"/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182" indent="0">
              <a:buNone/>
              <a:defRPr/>
            </a:lvl2pPr>
            <a:lvl3pPr marL="914364" indent="0">
              <a:buNone/>
              <a:defRPr/>
            </a:lvl3pPr>
            <a:lvl4pPr marL="1371546" indent="0">
              <a:buNone/>
              <a:defRPr/>
            </a:lvl4pPr>
            <a:lvl5pPr marL="1828727" indent="0">
              <a:buNone/>
              <a:defRPr/>
            </a:lvl5pPr>
          </a:lstStyle>
          <a:p>
            <a:pPr lvl="0"/>
            <a:r>
              <a:rPr lang="en-US" dirty="0"/>
              <a:t>Title 3</a:t>
            </a:r>
          </a:p>
        </p:txBody>
      </p:sp>
    </p:spTree>
    <p:extLst>
      <p:ext uri="{BB962C8B-B14F-4D97-AF65-F5344CB8AC3E}">
        <p14:creationId xmlns:p14="http://schemas.microsoft.com/office/powerpoint/2010/main" val="1298099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C5AE0-D4BE-F947-B377-FB73278FD741}" type="slidenum">
              <a:rPr lang="en-US" sz="1000" baseline="0" smtClean="0">
                <a:solidFill>
                  <a:schemeClr val="tx1"/>
                </a:solidFill>
              </a:rPr>
              <a:pPr/>
              <a:t>‹#›</a:t>
            </a:fld>
            <a:endParaRPr lang="en-US" sz="1000" baseline="0" dirty="0">
              <a:solidFill>
                <a:schemeClr val="tx1"/>
              </a:solidFill>
            </a:endParaRPr>
          </a:p>
        </p:txBody>
      </p:sp>
      <p:pic>
        <p:nvPicPr>
          <p:cNvPr id="4" name="Picture 3" descr="A picture containing flower, drawing&#10;&#10;Description automatically generated">
            <a:extLst>
              <a:ext uri="{FF2B5EF4-FFF2-40B4-BE49-F238E27FC236}">
                <a16:creationId xmlns:a16="http://schemas.microsoft.com/office/drawing/2014/main" id="{D36F1A8E-323E-5242-BECB-ECF89CE9E79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016000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319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00" baseline="0" dirty="0">
              <a:solidFill>
                <a:schemeClr val="tx1"/>
              </a:solidFill>
            </a:endParaRPr>
          </a:p>
        </p:txBody>
      </p:sp>
      <p:pic>
        <p:nvPicPr>
          <p:cNvPr id="4" name="Picture 3" descr="A picture containing flower, drawing&#10;&#10;Description automatically generated">
            <a:extLst>
              <a:ext uri="{FF2B5EF4-FFF2-40B4-BE49-F238E27FC236}">
                <a16:creationId xmlns:a16="http://schemas.microsoft.com/office/drawing/2014/main" id="{CD26FFEE-01F0-B240-8F3A-FC81114262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0160000" cy="5715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950495"/>
            <a:ext cx="5823284" cy="1179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1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C5AE0-D4BE-F947-B377-FB73278FD741}" type="slidenum">
              <a:rPr lang="en-US" sz="1000" baseline="0" smtClean="0">
                <a:solidFill>
                  <a:schemeClr val="bg1"/>
                </a:solidFill>
              </a:rPr>
              <a:pPr/>
              <a:t>‹#›</a:t>
            </a:fld>
            <a:endParaRPr lang="en-US" sz="1000" baseline="0" dirty="0">
              <a:solidFill>
                <a:schemeClr val="bg1"/>
              </a:solidFill>
            </a:endParaRPr>
          </a:p>
        </p:txBody>
      </p:sp>
      <p:pic>
        <p:nvPicPr>
          <p:cNvPr id="5" name="Picture 4" descr="A person walking down a street&#10;&#10;Description automatically generated">
            <a:extLst>
              <a:ext uri="{FF2B5EF4-FFF2-40B4-BE49-F238E27FC236}">
                <a16:creationId xmlns:a16="http://schemas.microsoft.com/office/drawing/2014/main" id="{8AA626F1-1DBC-1F47-B421-4ABCFC8F09B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0160000" cy="5715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07128274-5143-FE7C-F937-9B6BC78655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0677" y="2110489"/>
            <a:ext cx="8265017" cy="549103"/>
          </a:xfrm>
          <a:prstGeom prst="rect">
            <a:avLst/>
          </a:prstGeom>
        </p:spPr>
        <p:txBody>
          <a:bodyPr lIns="0" rIns="0">
            <a:no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5000" b="1" spc="-208" baseline="0"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heading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9AB480-F9FC-A1E2-9F6C-F0817601239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E60E62C5-EF14-4638-BF0A-C516B0BED50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00AD106D-B2C6-148D-C305-EB47B2DB19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0677" y="2819229"/>
            <a:ext cx="8265016" cy="549103"/>
          </a:xfrm>
          <a:prstGeom prst="rect">
            <a:avLst/>
          </a:prstGeom>
        </p:spPr>
        <p:txBody>
          <a:bodyPr lIns="0" rIns="0" anchor="t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333" b="0" spc="0" baseline="0"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Presented by:</a:t>
            </a:r>
          </a:p>
          <a:p>
            <a:pPr lvl="0"/>
            <a:r>
              <a:rPr lang="en-US"/>
              <a:t>Date: </a:t>
            </a:r>
          </a:p>
        </p:txBody>
      </p:sp>
    </p:spTree>
    <p:extLst>
      <p:ext uri="{BB962C8B-B14F-4D97-AF65-F5344CB8AC3E}">
        <p14:creationId xmlns:p14="http://schemas.microsoft.com/office/powerpoint/2010/main" val="4676945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3909" y="5183025"/>
            <a:ext cx="1290320" cy="320040"/>
          </a:xfrm>
          <a:prstGeom prst="rect">
            <a:avLst/>
          </a:prstGeom>
        </p:spPr>
      </p:pic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924796C5-413D-954A-83CA-BA79B94E15A9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9366047" y="5007229"/>
            <a:ext cx="564189" cy="50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8435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93456" r:id="rId1"/>
    <p:sldLayoutId id="2147493528" r:id="rId2"/>
    <p:sldLayoutId id="2147493457" r:id="rId3"/>
    <p:sldLayoutId id="2147493459" r:id="rId4"/>
    <p:sldLayoutId id="2147493475" r:id="rId5"/>
    <p:sldLayoutId id="2147493487" r:id="rId6"/>
    <p:sldLayoutId id="2147493488" r:id="rId7"/>
    <p:sldLayoutId id="2147493486" r:id="rId8"/>
    <p:sldLayoutId id="2147493529" r:id="rId9"/>
  </p:sldLayoutIdLst>
  <p:hf hdr="0" ftr="0" dt="0"/>
  <p:txStyles>
    <p:titleStyle>
      <a:lvl1pPr algn="ctr" defTabSz="457182" rtl="0" eaLnBrk="1" latinLnBrk="0" hangingPunct="1">
        <a:spcBef>
          <a:spcPct val="0"/>
        </a:spcBef>
        <a:buNone/>
        <a:defRPr sz="5000" b="0" i="0" kern="1200">
          <a:solidFill>
            <a:schemeClr val="tx2">
              <a:lumMod val="75000"/>
            </a:schemeClr>
          </a:solidFill>
          <a:latin typeface="Arial"/>
          <a:ea typeface="+mj-ea"/>
          <a:cs typeface="+mj-cs"/>
        </a:defRPr>
      </a:lvl1pPr>
    </p:titleStyle>
    <p:bodyStyle>
      <a:lvl1pPr marL="342887" indent="-342887" algn="l" defTabSz="457182" rtl="0" eaLnBrk="1" latinLnBrk="0" hangingPunct="1">
        <a:spcBef>
          <a:spcPct val="20000"/>
        </a:spcBef>
        <a:buFont typeface="Wingdings" charset="2"/>
        <a:buChar char="§"/>
        <a:defRPr sz="3000" kern="1200">
          <a:solidFill>
            <a:schemeClr val="tx2">
              <a:lumMod val="75000"/>
            </a:schemeClr>
          </a:solidFill>
          <a:latin typeface="Arial"/>
          <a:ea typeface="+mn-ea"/>
          <a:cs typeface="+mn-cs"/>
        </a:defRPr>
      </a:lvl1pPr>
      <a:lvl2pPr marL="742920" indent="-285738" algn="l" defTabSz="457182" rtl="0" eaLnBrk="1" latinLnBrk="0" hangingPunct="1">
        <a:spcBef>
          <a:spcPct val="20000"/>
        </a:spcBef>
        <a:buFont typeface="Wingdings" charset="2"/>
        <a:buChar char="§"/>
        <a:defRPr sz="3000" kern="1200">
          <a:solidFill>
            <a:schemeClr val="tx2">
              <a:lumMod val="75000"/>
            </a:schemeClr>
          </a:solidFill>
          <a:latin typeface="Arial"/>
          <a:ea typeface="+mn-ea"/>
          <a:cs typeface="+mn-cs"/>
        </a:defRPr>
      </a:lvl2pPr>
      <a:lvl3pPr marL="1142954" indent="-228590" algn="l" defTabSz="457182" rtl="0" eaLnBrk="1" latinLnBrk="0" hangingPunct="1">
        <a:spcBef>
          <a:spcPct val="20000"/>
        </a:spcBef>
        <a:buFont typeface="Wingdings" charset="2"/>
        <a:buChar char="§"/>
        <a:defRPr sz="3000" kern="1200">
          <a:solidFill>
            <a:schemeClr val="tx2">
              <a:lumMod val="75000"/>
            </a:schemeClr>
          </a:solidFill>
          <a:latin typeface="Arial"/>
          <a:ea typeface="+mn-ea"/>
          <a:cs typeface="+mn-cs"/>
        </a:defRPr>
      </a:lvl3pPr>
      <a:lvl4pPr marL="1600136" indent="-228590" algn="l" defTabSz="457182" rtl="0" eaLnBrk="1" latinLnBrk="0" hangingPunct="1">
        <a:spcBef>
          <a:spcPct val="20000"/>
        </a:spcBef>
        <a:buFont typeface="Arial"/>
        <a:buChar char="–"/>
        <a:defRPr sz="3000" kern="1200">
          <a:solidFill>
            <a:schemeClr val="tx2">
              <a:lumMod val="75000"/>
            </a:schemeClr>
          </a:solidFill>
          <a:latin typeface="Arial"/>
          <a:ea typeface="+mn-ea"/>
          <a:cs typeface="+mn-cs"/>
        </a:defRPr>
      </a:lvl4pPr>
      <a:lvl5pPr marL="2057317" indent="-228590" algn="l" defTabSz="457182" rtl="0" eaLnBrk="1" latinLnBrk="0" hangingPunct="1">
        <a:spcBef>
          <a:spcPct val="20000"/>
        </a:spcBef>
        <a:buFont typeface="Arial"/>
        <a:buChar char="»"/>
        <a:defRPr sz="3000" kern="1200">
          <a:solidFill>
            <a:schemeClr val="tx2">
              <a:lumMod val="75000"/>
            </a:schemeClr>
          </a:solidFill>
          <a:latin typeface="Arial"/>
          <a:ea typeface="+mn-ea"/>
          <a:cs typeface="+mn-cs"/>
        </a:defRPr>
      </a:lvl5pPr>
      <a:lvl6pPr marL="2514499" indent="-228590" algn="l" defTabSz="457182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81" indent="-228590" algn="l" defTabSz="457182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63" indent="-228590" algn="l" defTabSz="457182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44" indent="-228590" algn="l" defTabSz="457182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2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4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45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27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09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91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72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54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freestocks.org/" TargetMode="External"/><Relationship Id="rId2" Type="http://schemas.openxmlformats.org/officeDocument/2006/relationships/hyperlink" Target="http://burst.shopify.com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://shutterstock.com/" TargetMode="External"/><Relationship Id="rId4" Type="http://schemas.openxmlformats.org/officeDocument/2006/relationships/hyperlink" Target="http://istock.com/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3518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90889" y="1476117"/>
            <a:ext cx="3740240" cy="3686773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/>
              <a:t>Keep it Simple</a:t>
            </a:r>
            <a:endParaRPr lang="en-US" sz="1800" dirty="0"/>
          </a:p>
          <a:p>
            <a:pPr marL="0" indent="0">
              <a:buNone/>
            </a:pPr>
            <a:r>
              <a:rPr lang="en-US" sz="1800" dirty="0"/>
              <a:t>You want people to be listening to you and your message. Don’t distract the audience with slides that are complicated, hard to read or loaded with details.</a:t>
            </a:r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800" b="1" dirty="0"/>
              <a:t>Limit text and bullet points</a:t>
            </a:r>
            <a:endParaRPr lang="en-US" sz="1800" dirty="0"/>
          </a:p>
          <a:p>
            <a:pPr marL="0" indent="0">
              <a:buNone/>
            </a:pPr>
            <a:r>
              <a:rPr lang="en-US" sz="1800" dirty="0"/>
              <a:t>Slides should be visual aids for your narration; not an echo of what you’re saying. Text is best set to 30 points or larger.</a:t>
            </a:r>
          </a:p>
          <a:p>
            <a:pPr marL="0" indent="0">
              <a:buNone/>
            </a:pPr>
            <a:r>
              <a:rPr lang="en-US" sz="1800" dirty="0"/>
              <a:t>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PowerPoint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1421" y="1469571"/>
            <a:ext cx="38127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charset="0"/>
                <a:ea typeface="Arial" charset="0"/>
                <a:cs typeface="Arial" charset="0"/>
              </a:rPr>
              <a:t>Use high quality graphics</a:t>
            </a:r>
            <a:endParaRPr lang="en-US" dirty="0">
              <a:latin typeface="Arial" charset="0"/>
              <a:ea typeface="Arial" charset="0"/>
              <a:cs typeface="Arial" charset="0"/>
            </a:endParaRPr>
          </a:p>
          <a:p>
            <a:r>
              <a:rPr lang="en-US" dirty="0">
                <a:latin typeface="Arial" charset="0"/>
                <a:ea typeface="Arial" charset="0"/>
                <a:cs typeface="Arial" charset="0"/>
              </a:rPr>
              <a:t>An effective way of reducing text content is to use high quality images to illustrate your main points. Impactful full-screen photos, and clean and concise charts can be very engaging. Check these sites for possible imagery: </a:t>
            </a:r>
          </a:p>
          <a:p>
            <a:r>
              <a:rPr lang="en-US" u="sng" dirty="0">
                <a:latin typeface="Arial" charset="0"/>
                <a:ea typeface="Arial" charset="0"/>
                <a:cs typeface="Arial" charset="0"/>
                <a:hlinkClick r:id="rId2"/>
              </a:rPr>
              <a:t>burst.shopify.com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  </a:t>
            </a:r>
          </a:p>
          <a:p>
            <a:r>
              <a:rPr lang="en-US" u="sng" dirty="0">
                <a:latin typeface="Arial" charset="0"/>
                <a:ea typeface="Arial" charset="0"/>
                <a:cs typeface="Arial" charset="0"/>
                <a:hlinkClick r:id="rId3"/>
              </a:rPr>
              <a:t>freestocks.org</a:t>
            </a:r>
            <a:endParaRPr lang="en-US" dirty="0">
              <a:latin typeface="Arial" charset="0"/>
              <a:ea typeface="Arial" charset="0"/>
              <a:cs typeface="Arial" charset="0"/>
            </a:endParaRPr>
          </a:p>
          <a:p>
            <a:r>
              <a:rPr lang="en-US" u="sng" dirty="0">
                <a:latin typeface="Arial" charset="0"/>
                <a:ea typeface="Arial" charset="0"/>
                <a:cs typeface="Arial" charset="0"/>
                <a:hlinkClick r:id="rId4"/>
              </a:rPr>
              <a:t>istock.com</a:t>
            </a:r>
            <a:endParaRPr lang="en-US" dirty="0">
              <a:latin typeface="Arial" charset="0"/>
              <a:ea typeface="Arial" charset="0"/>
              <a:cs typeface="Arial" charset="0"/>
            </a:endParaRPr>
          </a:p>
          <a:p>
            <a:r>
              <a:rPr lang="en-US" u="sng" dirty="0">
                <a:latin typeface="Arial" charset="0"/>
                <a:ea typeface="Arial" charset="0"/>
                <a:cs typeface="Arial" charset="0"/>
                <a:hlinkClick r:id="rId5"/>
              </a:rPr>
              <a:t>shutterstock.com</a:t>
            </a:r>
            <a:endParaRPr lang="en-US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798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90889" y="1476118"/>
            <a:ext cx="3740240" cy="2548876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/>
              <a:t>Keep it short</a:t>
            </a:r>
            <a:endParaRPr lang="en-US" sz="1800" dirty="0"/>
          </a:p>
          <a:p>
            <a:pPr marL="0" indent="0">
              <a:buNone/>
            </a:pPr>
            <a:r>
              <a:rPr lang="en-US" sz="1800" dirty="0"/>
              <a:t>While a 10-slide limit may not work for all presentations it’s a PowerPoint Best that is good to strive for </a:t>
            </a:r>
            <a:r>
              <a:rPr lang="en-US" sz="1800" dirty="0" err="1"/>
              <a:t>andPractice</a:t>
            </a:r>
            <a:r>
              <a:rPr lang="en-US" sz="1800" dirty="0"/>
              <a:t>  a way to remind yourself that the presentation is your narrative not verbatim slides.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PowerPoint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1421" y="1469571"/>
            <a:ext cx="37718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charset="0"/>
                <a:ea typeface="Arial" charset="0"/>
                <a:cs typeface="Arial" charset="0"/>
              </a:rPr>
              <a:t>Customize!</a:t>
            </a:r>
            <a:endParaRPr lang="en-US" dirty="0">
              <a:latin typeface="Arial" charset="0"/>
              <a:ea typeface="Arial" charset="0"/>
              <a:cs typeface="Arial" charset="0"/>
            </a:endParaRPr>
          </a:p>
          <a:p>
            <a:r>
              <a:rPr lang="en-US" dirty="0">
                <a:latin typeface="Arial" charset="0"/>
                <a:ea typeface="Arial" charset="0"/>
                <a:cs typeface="Arial" charset="0"/>
              </a:rPr>
              <a:t>This template provides a foundation from which to build your presentation. Select the slides that will best house your content and order them in a sequence that will establish the best narrative.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9952" y="4359870"/>
            <a:ext cx="88919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NOTE: </a:t>
            </a:r>
            <a:r>
              <a:rPr lang="en-US" sz="1600" dirty="0"/>
              <a:t>Edits to the core elements of the slides may be done by accessing Master Slide 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325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CIT 1">
      <a:dk1>
        <a:srgbClr val="FFFFFF"/>
      </a:dk1>
      <a:lt1>
        <a:srgbClr val="003C71"/>
      </a:lt1>
      <a:dk2>
        <a:srgbClr val="FFFFFF"/>
      </a:dk2>
      <a:lt2>
        <a:srgbClr val="003C71"/>
      </a:lt2>
      <a:accent1>
        <a:srgbClr val="FFF200"/>
      </a:accent1>
      <a:accent2>
        <a:srgbClr val="FFF200"/>
      </a:accent2>
      <a:accent3>
        <a:srgbClr val="FFF200"/>
      </a:accent3>
      <a:accent4>
        <a:srgbClr val="595959"/>
      </a:accent4>
      <a:accent5>
        <a:srgbClr val="BFBFBF"/>
      </a:accent5>
      <a:accent6>
        <a:srgbClr val="BFBFBF"/>
      </a:accent6>
      <a:hlink>
        <a:srgbClr val="003C71"/>
      </a:hlink>
      <a:folHlink>
        <a:srgbClr val="003C7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CIT PPT template_16x9_blocks_may2016" id="{02CC6107-BDF2-D04D-96C5-94741051DBD2}" vid="{19A11FED-B99E-524E-9BA4-627E8CE39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F0343F5868EC141A2B864C42F40562A" ma:contentTypeVersion="17" ma:contentTypeDescription="Create a new document." ma:contentTypeScope="" ma:versionID="91ca7ecd2a3739f7eb7b584396347df5">
  <xsd:schema xmlns:xsd="http://www.w3.org/2001/XMLSchema" xmlns:xs="http://www.w3.org/2001/XMLSchema" xmlns:p="http://schemas.microsoft.com/office/2006/metadata/properties" xmlns:ns2="92b78b11-5582-4f0d-9ede-26dc097105ae" xmlns:ns3="4b8b16d9-d63f-485d-9d73-fc963e0128fa" targetNamespace="http://schemas.microsoft.com/office/2006/metadata/properties" ma:root="true" ma:fieldsID="6052b3968d75ce793197191490e58e88" ns2:_="" ns3:_="">
    <xsd:import namespace="92b78b11-5582-4f0d-9ede-26dc097105ae"/>
    <xsd:import namespace="4b8b16d9-d63f-485d-9d73-fc963e0128fa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2:TaxKeywordTaxHTField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2:b6c4508d405f4c0799f512db8db5e023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b78b11-5582-4f0d-9ede-26dc097105ae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TaxKeywordTaxHTField" ma:index="11" nillable="true" ma:taxonomy="true" ma:internalName="TaxKeywordTaxHTField" ma:taxonomyFieldName="TaxKeyword" ma:displayName="Enterprise Keywords" ma:fieldId="{23f27201-bee3-471e-b2e7-b64fd8b7ca38}" ma:taxonomyMulti="true" ma:sspId="e53038de-4a72-4f52-b669-37ec1108696f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  <xsd:element name="TaxCatchAll" ma:index="13" nillable="true" ma:displayName="Taxonomy Catch All Column" ma:hidden="true" ma:list="{9e1188f2-f5a0-4e2d-9c7f-0a7c0c6d9b19}" ma:internalName="TaxCatchAll" ma:showField="CatchAllData" ma:web="92b78b11-5582-4f0d-9ede-26dc097105a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b6c4508d405f4c0799f512db8db5e023" ma:index="26" nillable="true" ma:taxonomy="true" ma:internalName="b6c4508d405f4c0799f512db8db5e023" ma:taxonomyFieldName="ContentCategories" ma:displayName="ContentCategories" ma:fieldId="{b6c4508d-405f-4c07-99f5-12db8db5e023}" ma:taxonomyMulti="true" ma:sspId="e53038de-4a72-4f52-b669-37ec1108696f" ma:termSetId="11ca82cc-1984-43bf-8523-8bac93d93a05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b8b16d9-d63f-485d-9d73-fc963e0128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4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5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e53038de-4a72-4f52-b669-37ec1108696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2b78b11-5582-4f0d-9ede-26dc097105ae" xsi:nil="true"/>
    <_dlc_DocId xmlns="92b78b11-5582-4f0d-9ede-26dc097105ae">EJAN5VX4DXHY-1980639817-436</_dlc_DocId>
    <_dlc_DocIdUrl xmlns="92b78b11-5582-4f0d-9ede-26dc097105ae">
      <Url>https://bcit365.sharepoint.com/sites/bcit-marcomm/_layouts/15/DocIdRedir.aspx?ID=EJAN5VX4DXHY-1980639817-436</Url>
      <Description>EJAN5VX4DXHY-1980639817-436</Description>
    </_dlc_DocIdUrl>
    <lcf76f155ced4ddcb4097134ff3c332f xmlns="4b8b16d9-d63f-485d-9d73-fc963e0128fa">
      <Terms xmlns="http://schemas.microsoft.com/office/infopath/2007/PartnerControls"/>
    </lcf76f155ced4ddcb4097134ff3c332f>
    <TaxKeywordTaxHTField xmlns="92b78b11-5582-4f0d-9ede-26dc097105ae">
      <Terms xmlns="http://schemas.microsoft.com/office/infopath/2007/PartnerControls"/>
    </TaxKeywordTaxHTField>
    <b6c4508d405f4c0799f512db8db5e023 xmlns="92b78b11-5582-4f0d-9ede-26dc097105ae">
      <Terms xmlns="http://schemas.microsoft.com/office/infopath/2007/PartnerControls"/>
    </b6c4508d405f4c0799f512db8db5e023>
  </documentManagement>
</p:properties>
</file>

<file path=customXml/itemProps1.xml><?xml version="1.0" encoding="utf-8"?>
<ds:datastoreItem xmlns:ds="http://schemas.openxmlformats.org/officeDocument/2006/customXml" ds:itemID="{87D2A1B0-FF3E-4009-940D-AED0EB70AA2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9D00DFC-C4A3-43B8-9212-E8846D8E3A33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C778117F-CA61-4A2E-BADD-784D869D0A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2b78b11-5582-4f0d-9ede-26dc097105ae"/>
    <ds:schemaRef ds:uri="4b8b16d9-d63f-485d-9d73-fc963e0128f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7B6F2769-7194-4217-93D3-3AF3A4742282}">
  <ds:schemaRefs>
    <ds:schemaRef ds:uri="http://schemas.microsoft.com/office/2006/metadata/properties"/>
    <ds:schemaRef ds:uri="http://schemas.microsoft.com/office/infopath/2007/PartnerControls"/>
    <ds:schemaRef ds:uri="http://schemas.microsoft.com/sharepoint/v3/fields"/>
    <ds:schemaRef ds:uri="92b78b11-5582-4f0d-9ede-26dc097105ae"/>
    <ds:schemaRef ds:uri="4b8b16d9-d63f-485d-9d73-fc963e0128f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372</TotalTime>
  <Words>223</Words>
  <Application>Microsoft Office PowerPoint</Application>
  <PresentationFormat>Custom</PresentationFormat>
  <Paragraphs>19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Wingdings</vt:lpstr>
      <vt:lpstr>Office Theme</vt:lpstr>
      <vt:lpstr>PowerPoint Presentation</vt:lpstr>
      <vt:lpstr>PowerPoint Best Practices</vt:lpstr>
      <vt:lpstr>PowerPoint Best Practices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Serhat Beyenir</cp:lastModifiedBy>
  <cp:revision>55</cp:revision>
  <cp:lastPrinted>2015-11-03T18:29:20Z</cp:lastPrinted>
  <dcterms:created xsi:type="dcterms:W3CDTF">2017-04-18T23:00:51Z</dcterms:created>
  <dcterms:modified xsi:type="dcterms:W3CDTF">2026-09-02T15:36:25Z</dcterms:modified>
  <cp:contentStatus>Draft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0x010100EF0343F5868EC141A2B864C42F40562A</vt:lpwstr>
  </property>
  <property fmtid="{D5CDD505-2E9C-101B-9397-08002B2CF9AE}" pid="3" name="MediaServiceImageTags">
    <vt:lpwstr/>
  </property>
  <property fmtid="{D5CDD505-2E9C-101B-9397-08002B2CF9AE}" pid="4" name="_dlc_DocIdItemGuid">
    <vt:lpwstr>57b6b41c-eddc-4364-bd6a-15fe82ff43a4</vt:lpwstr>
  </property>
  <property fmtid="{D5CDD505-2E9C-101B-9397-08002B2CF9AE}" pid="5" name="TaxKeyword">
    <vt:lpwstr/>
  </property>
  <property fmtid="{D5CDD505-2E9C-101B-9397-08002B2CF9AE}" pid="6" name="ContentCategories">
    <vt:lpwstr/>
  </property>
</Properties>
</file>